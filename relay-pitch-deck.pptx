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dLbls>
            <c:numFmt formatCode="&quot;$&quot;0.##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8F7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85A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6E5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Caribbean (15 islands)</c:v>
                  </c:pt>
                  <c:pt idx="1">
                    <c:v>Barbados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1.58</c:v>
                </c:pt>
              </c:numCache>
            </c:numRef>
          </c:val>
        </c:ser>
        <c:dLbls>
          <c:numFmt formatCode="&quot;$&quot;0.##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F8F7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8F7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A1A"/>
        </a:solidFill>
        <a:ln>
          <a:noFill/>
        </a:ln>
        <a:effectLst/>
      </c:spPr>
    </c:plotArea>
    <c:plotVisOnly val="1"/>
    <c:dispBlanksAs val="span"/>
  </c:chart>
  <c:spPr>
    <a:solidFill>
      <a:srgbClr val="1A1A1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6E56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85A30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Owner payout</c:v>
                </c:pt>
                <c:pt idx="1">
                  <c:v>Relay fee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85</c:v>
                </c:pt>
                <c:pt idx="1">
                  <c:v>15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669280" cy="5669280"/>
          </a:xfrm>
          <a:prstGeom prst="ellipse">
            <a:avLst/>
          </a:prstGeom>
          <a:ln w="15875">
            <a:solidFill>
              <a:srgbClr val="D85A3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94560" y="4572000"/>
            <a:ext cx="4023360" cy="4023360"/>
          </a:xfrm>
          <a:prstGeom prst="ellipse">
            <a:avLst/>
          </a:prstGeom>
          <a:ln w="15875">
            <a:solidFill>
              <a:srgbClr val="0F6E56">
                <a:alpha val="4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3716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69748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construction equipment by text.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 &amp; James Edghill  ·  Future Caribbean Buildathon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Caribbean construction runs on chaos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$1.58B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construction market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65092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21124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421124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platforms for equipment booking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81544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37576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037576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happens over fragmented WhatsApp and phone calls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1605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sits idle while nearby job sites stall. Trades get booked inefficiently. Deliveries are delayed. The industry loses millions annually to a problem that is entirely solvable.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was already in their pocket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65960"/>
            <a:ext cx="1371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Caribbean contractors are on WhatsApp and SMS all day. The coordination problem is not that people will not use technology — it is that no technology meets them where they already are.</a:t>
            </a: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does not ask contractors to change how they work. It makes how they already work actually work.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equipment by text. That is it.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947008" y="1298448"/>
            <a:ext cx="4297680" cy="4617720"/>
          </a:xfrm>
          <a:prstGeom prst="roundRect">
            <a:avLst>
              <a:gd name="adj" fmla="val 5957"/>
            </a:avLst>
          </a:prstGeom>
          <a:solidFill>
            <a:srgbClr val="0D0D0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84752" y="1554480"/>
            <a:ext cx="28803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31056" y="1627632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need a 20 ton excavator in St Philip Monday to Wednesday.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60824" y="2468880"/>
            <a:ext cx="3246120" cy="1417320"/>
          </a:xfrm>
          <a:prstGeom prst="roundRect">
            <a:avLst>
              <a:gd name="adj" fmla="val 5806"/>
            </a:avLst>
          </a:prstGeom>
          <a:solidFill>
            <a:srgbClr val="0F6E5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07128" y="2542032"/>
            <a:ext cx="295351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Available. Bradshaw Equipment — $850/day. 3 days = $2,550. 30% deposit ($765) to confirm. Deliver to?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84752" y="4041648"/>
            <a:ext cx="2286000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31056" y="4114800"/>
            <a:ext cx="19933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Sandy Lane construction site.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60824" y="4700016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0F6E5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07128" y="4773168"/>
            <a:ext cx="295351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Booked. Pay deposit here: stripe.com/relay/7821. Owner notified.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0" y="605332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conversation. Real booking. Real payment. No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steps. One conversation.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517904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517904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describes what they need.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2825496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4800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11480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checks live availability and returns options.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4" y="2825496"/>
            <a:ext cx="201168" cy="20116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711696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711696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5980176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980176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confirms, payment link sent.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825496"/>
            <a:ext cx="201168" cy="20116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308592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308592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18"/>
          <p:cNvSpPr txBox="1"/>
          <p:nvPr/>
        </p:nvSpPr>
        <p:spPr>
          <a:xfrm>
            <a:off x="8577072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8577072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owner gets automatic SMS.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is the start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148840"/>
          <a:ext cx="512064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035040" y="1783080"/>
            <a:ext cx="5605272" cy="3611880"/>
          </a:xfrm>
          <a:prstGeom prst="roundRect">
            <a:avLst>
              <a:gd name="adj" fmla="val 2278"/>
            </a:avLst>
          </a:prstGeom>
          <a:solidFill>
            <a:srgbClr val="24242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55080" y="21031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digital coordination platforms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3429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island has the same problem. Relay is built for Barbados first and designed to replicate across the region.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Simple. Scalable. High margin.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3172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2697480" y="2871216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953512" y="279806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 Owner payout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2697480" y="3419856"/>
            <a:ext cx="146304" cy="146304"/>
          </a:xfrm>
          <a:prstGeom prst="ellipse">
            <a:avLst/>
          </a:prstGeom>
          <a:solidFill>
            <a:srgbClr val="D85A3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953512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 Relay fee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572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subscription fees.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transaction revenue.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852160" y="1874520"/>
            <a:ext cx="4873752" cy="3931920"/>
          </a:xfrm>
          <a:prstGeom prst="roundRect">
            <a:avLst>
              <a:gd name="adj" fmla="val 2093"/>
            </a:avLst>
          </a:prstGeom>
          <a:solidFill>
            <a:srgbClr val="24242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2121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697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booking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321040" y="26974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fee (15%)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21040" y="32004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$225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17220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bookings / day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703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$2,250 daily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ANNUALIZED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1722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$820,000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21 days. Ready for users.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682496"/>
            <a:ext cx="146304" cy="1463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booking agent responding to real SMS.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395728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5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equipment database with availability checking.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08960"/>
            <a:ext cx="146304" cy="14630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payment processing — 30% deposit + 70% completion.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3739896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822192"/>
            <a:ext cx="146304" cy="14630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05840" y="3685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equipment owner notifications.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63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1682496"/>
            <a:ext cx="146304" cy="14630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conversation memory.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263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2395728"/>
            <a:ext cx="146304" cy="1463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720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demo at buildrelay.co.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263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5936" y="3108960"/>
            <a:ext cx="146304" cy="146304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720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partner: James Edghill, One Construction Barbados.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242424"/>
          </a:solidFill>
          <a:ln/>
        </p:spPr>
      </p:sp>
      <p:sp>
        <p:nvSpPr>
          <p:cNvPr id="29" name="Text 19"/>
          <p:cNvSpPr txBox="1"/>
          <p:nvPr/>
        </p:nvSpPr>
        <p:spPr>
          <a:xfrm>
            <a:off x="822960" y="55321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 </a:t>
            </a:r>
            <a:pPr algn="l" indent="0" marL="0">
              <a:buNone/>
            </a:pPr>
            <a:r>
              <a:rPr lang="en-US" sz="1400" spc="100" kern="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to production, onboard first 10 equipment owners, first live bookings in Barbados.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people who know the market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VENTURE ARCHITECT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years building platforms across music, media, wellness, and real estate. Based between Toronto and Barbados.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Edghill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PARTNER &amp; LEAD INVESTOR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One Construction — the largest construction company in Barbados. Market access and anchor customer network.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scale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6636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BUILDATHON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331720"/>
            <a:ext cx="4526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on AI agent architecture and Caribbean market entry.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 to equipment owners and contractors.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resources to scale the AI layer.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971032" y="1600200"/>
            <a:ext cx="566928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91072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91072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291072" y="29718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to onboard 50 equipment owners across Barbados, deploy permanent infrastructure, and expand to Trinidad and Jamaica within 12 months.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553212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is live. The market is real. The team is ready.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2026-09-04T14:31:53Z</dcterms:created>
  <dcterms:modified xsi:type="dcterms:W3CDTF">2026-09-04T14:31:53Z</dcterms:modified>
</cp:coreProperties>
</file>